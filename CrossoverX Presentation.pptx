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Teko"/>
      <p:regular r:id="rId14"/>
      <p:bold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eko-bold.fntdata"/><Relationship Id="rId14" Type="http://schemas.openxmlformats.org/officeDocument/2006/relationships/font" Target="fonts/Teko-regular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7.png"/><Relationship Id="rId13" Type="http://schemas.openxmlformats.org/officeDocument/2006/relationships/image" Target="../media/image29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65546" y="1981200"/>
            <a:ext cx="726090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CROSSOVER</a:t>
            </a:r>
            <a:r>
              <a:rPr b="1" i="0" lang="en-US" sz="90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X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38425" y="3200400"/>
            <a:ext cx="6915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8C00"/>
                </a:solidFill>
                <a:latin typeface="Urbanist"/>
                <a:ea typeface="Urbanist"/>
                <a:cs typeface="Urbanist"/>
                <a:sym typeface="Urbanist"/>
              </a:rPr>
              <a:t>Tu tienda online especializada en camisetas de baloncesto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091112" y="4438650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Proyecto de Desarrollo Web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091112" y="4248150"/>
            <a:ext cx="20097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895350"/>
            <a:ext cx="4790598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ÍNDICE DE CONTENIDOS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57275" y="30670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Introducción: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¿Qué es CrossoverX?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35242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Nuestro Equipo: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Roles y responsabilidades.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39814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Propósito: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Funcionalidad y objetivos.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44386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Stack Tecnológico: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Herramientas utilizadas.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57275" y="48958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Vistazo al Código: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Lógica del Carrito.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5353050"/>
            <a:ext cx="4276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Conclusión: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Resumen final.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562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019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4767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9339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39115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3162"/>
            <a:ext cx="348615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43162"/>
            <a:ext cx="348615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43162"/>
            <a:ext cx="348615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524000" y="3452812"/>
            <a:ext cx="1600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JORGE VELASCO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633537" y="4110037"/>
            <a:ext cx="13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4662487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160883" y="3452812"/>
            <a:ext cx="187023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DANIEL CUADRADO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429250" y="4110037"/>
            <a:ext cx="13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48200" y="4662487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877776" y="3452812"/>
            <a:ext cx="19802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MIGUEL FERNÁNDEZ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01150" y="4110037"/>
            <a:ext cx="13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27574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574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81025" y="581025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EL EQUIPO DE DESARROLLO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33550"/>
            <a:ext cx="5229225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229552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CrossoverX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es una plataforma e-commerce dedicada a los verdaderos aficionados del baloncesto ACB.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685454"/>
            <a:ext cx="5191125" cy="26394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66775" y="345757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Objetivo: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Facilitar la compra de equipaciones oficiales y personalizadas.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42291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Catálogo Visual: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Exploración intuitiva de camisetas.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46863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Personalización: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Dorsal y nombres editables.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51435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Carrito Dinámico: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Gestión en tiempo real (añadir, eliminar, totales).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581025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PROPÓSITO DEL PROYECTO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95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67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24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816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33537"/>
            <a:ext cx="354969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1633537"/>
            <a:ext cx="354969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1633537"/>
            <a:ext cx="354969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00512"/>
            <a:ext cx="541972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100512"/>
            <a:ext cx="5419725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895742" y="2643187"/>
            <a:ext cx="9201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ANGULAR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593800" y="3233737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Framework Estructural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370909" y="2643187"/>
            <a:ext cx="145018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HTML5 &amp; CSS3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243512" y="3233737"/>
            <a:ext cx="1704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Tailwind CSS para estilos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976092" y="2643187"/>
            <a:ext cx="17202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JAVASCRIPT / TS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240887" y="3233737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Lógica del Cliente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360771" y="5110162"/>
            <a:ext cx="186023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GITHUB &amp; COPILOT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2447925" y="5700712"/>
            <a:ext cx="168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Control de versiones e IA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1071" y="5110162"/>
            <a:ext cx="66008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CANVA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362950" y="5700712"/>
            <a:ext cx="1076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Identidad Visual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5775" y="1947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95950" y="19478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53150" y="19478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36174" y="1947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67050" y="4414837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72512" y="44148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81025" y="481012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STACK TECNOLÓGICO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86075"/>
            <a:ext cx="522922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895600"/>
            <a:ext cx="52101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81025" y="2609850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El corazón de la tienda reside en su capacidad para gestionar el estado en tiempo real.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37719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Detección automática de duplicados.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66775" y="42291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Incremento de cantidad vs. Nueva entrada.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66775" y="46863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Persistencia de personalización (Nombre/Dorsal).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51435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Actualización reactiva del contador visual.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581775" y="3381375"/>
            <a:ext cx="7316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404943" y="3381375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addToCart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423028" y="338137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85311" y="355282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81775" y="3552825"/>
            <a:ext cx="44813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Verificamos si ya existe para sumar cantidad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697319" y="372427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045053" y="389572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416950" y="4067175"/>
            <a:ext cx="18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85311" y="423862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782770" y="423862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64684" y="4752975"/>
            <a:ext cx="13718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updateCartCount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581025" y="581025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LÓGICA DEL CARRITO</a:t>
            </a:r>
            <a:endParaRPr/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00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67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24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816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2575"/>
            <a:ext cx="5229225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2972097"/>
            <a:ext cx="5191125" cy="206632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6381750" y="1552575"/>
            <a:ext cx="549068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ORGANIZACIÓN MODULAR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381750" y="220027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Mantenemos un código limpio y escalable mediante una estricta separación de responsabilidades.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667500" y="336232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Separación MVC: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Vista (HTML), Lógica (TS/JS) y Datos (JSON).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667500" y="413385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Assets: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Carpeta dedicada para imágenes y recursos estáticos.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67500" y="490537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Estilos: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Integración de Tailwind via CDN para desarrollo rápido.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667500" y="56769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Simulación DB:</a:t>
            </a: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Archivos JSON locales para carga dinámica de productos.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581025" y="400050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ARQUITECTURA DE ARCHIVOS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004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1719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9434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7150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9962" y="3814762"/>
            <a:ext cx="51720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0750" y="881062"/>
            <a:ext cx="781050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2405538" y="1271587"/>
            <a:ext cx="738092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8C00"/>
                </a:solidFill>
                <a:latin typeface="Teko"/>
                <a:ea typeface="Teko"/>
                <a:cs typeface="Teko"/>
                <a:sym typeface="Teko"/>
              </a:rPr>
              <a:t>¡GRACIAS!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2581275" y="2671762"/>
            <a:ext cx="7029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Pasión por el baloncesto + Tecnología Web Moderna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2581275" y="5110162"/>
            <a:ext cx="7029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C00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3509962" y="4252912"/>
            <a:ext cx="5172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Jorge Velasco • Daniel Cuadrado • Miguel Fernández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